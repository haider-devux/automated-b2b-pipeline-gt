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5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3F5F8"/>
                </a:solidFill>
                <a:latin typeface="Calibri"/>
              </a:rPr>
              <a:t>Granjur B2B Acquisition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29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3F5F8"/>
                </a:solidFill>
                <a:latin typeface="Calibri"/>
              </a:rPr>
              <a:t>Automated lead generation &amp; outreach - built in-house, on free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297680"/>
            <a:ext cx="2011680" cy="5486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5F8"/>
                </a:solidFill>
                <a:latin typeface="Calibri"/>
              </a:rPr>
              <a:t>Project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Granjur needs a steady flow of qualified clients.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Doing it by hand is slow.</a:t>
            </a:r>
            <a:r>
              <a:rPr sz="1500">
                <a:solidFill>
                  <a:srgbClr val="9AA6B5"/>
                </a:solidFill>
                <a:latin typeface="Calibri"/>
              </a:rPr>
              <a:t>    finding, researching and writing to each lead takes hours.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And it's risky.</a:t>
            </a:r>
            <a:r>
              <a:rPr sz="1500">
                <a:solidFill>
                  <a:srgbClr val="9AA6B5"/>
                </a:solidFill>
                <a:latin typeface="Calibri"/>
              </a:rPr>
              <a:t>    a few bad emails can get our domains blocked everywhere.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So we built a system that does the heavy lifting - and keeps us safe.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1.  Discover</a:t>
            </a:r>
            <a:r>
              <a:rPr sz="1500">
                <a:solidFill>
                  <a:srgbClr val="9AA6B5"/>
                </a:solidFill>
                <a:latin typeface="Calibri"/>
              </a:rPr>
              <a:t>    find companies from free public sources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2.  Enrich</a:t>
            </a:r>
            <a:r>
              <a:rPr sz="1500">
                <a:solidFill>
                  <a:srgbClr val="9AA6B5"/>
                </a:solidFill>
                <a:latin typeface="Calibri"/>
              </a:rPr>
              <a:t>    research each one automatically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3.  Qualify + Pitch</a:t>
            </a:r>
            <a:r>
              <a:rPr sz="1500">
                <a:solidFill>
                  <a:srgbClr val="9AA6B5"/>
                </a:solidFill>
                <a:latin typeface="Calibri"/>
              </a:rPr>
              <a:t>    AI decides fit and writes a tailored message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4.  Outreach</a:t>
            </a:r>
            <a:r>
              <a:rPr sz="1500">
                <a:solidFill>
                  <a:srgbClr val="9AA6B5"/>
                </a:solidFill>
                <a:latin typeface="Calibri"/>
              </a:rPr>
              <a:t>    auto-sends - or a person can approve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ONE command runs all four stages. A central database is the brain; a live dashboard is the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FIND THE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WF-1   -  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Free public sources</a:t>
            </a:r>
            <a:r>
              <a:rPr sz="1500">
                <a:solidFill>
                  <a:srgbClr val="9AA6B5"/>
                </a:solidFill>
                <a:latin typeface="Calibri"/>
              </a:rPr>
              <a:t>    online maps data (OpenStreetMap) + developer job boards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Humans add leads too</a:t>
            </a:r>
            <a:r>
              <a:rPr sz="1500">
                <a:solidFill>
                  <a:srgbClr val="9AA6B5"/>
                </a:solidFill>
                <a:latin typeface="Calibri"/>
              </a:rPr>
              <a:t>    team pastes in companies spotted on LinkedIn / Upwork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Auto-filtered</a:t>
            </a:r>
            <a:r>
              <a:rPr sz="1500">
                <a:solidFill>
                  <a:srgbClr val="9AA6B5"/>
                </a:solidFill>
                <a:latin typeface="Calibri"/>
              </a:rPr>
              <a:t>    keeps only the right size and region; skips big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Tools: Python, OpenStreetMap, RemoteOK &amp; Remotive job feeds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RESEARCH EACH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WF-2   -  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Tech detection</a:t>
            </a:r>
            <a:r>
              <a:rPr sz="1500">
                <a:solidFill>
                  <a:srgbClr val="9AA6B5"/>
                </a:solidFill>
                <a:latin typeface="Calibri"/>
              </a:rPr>
              <a:t>    spots what a company's website is built with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Contact finding</a:t>
            </a:r>
            <a:r>
              <a:rPr sz="1500">
                <a:solidFill>
                  <a:srgbClr val="9AA6B5"/>
                </a:solidFill>
                <a:latin typeface="Calibri"/>
              </a:rPr>
              <a:t>    pulls a real public email from their site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Verification</a:t>
            </a:r>
            <a:r>
              <a:rPr sz="1500">
                <a:solidFill>
                  <a:srgbClr val="9AA6B5"/>
                </a:solidFill>
                <a:latin typeface="Calibri"/>
              </a:rPr>
              <a:t>    checks the email address actually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Tools: Python, website analysis, email / DNS verification - all free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DECIDE FIT + WRITE THE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WF-3   -   AI Qualification &amp;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Fit decision by rules, not guesswork</a:t>
            </a:r>
            <a:r>
              <a:rPr sz="1500">
                <a:solidFill>
                  <a:srgbClr val="9AA6B5"/>
                </a:solidFill>
                <a:latin typeface="Calibri"/>
              </a:rPr>
              <a:t>    right size + right signals -&gt; keep or drop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Segment</a:t>
            </a:r>
            <a:r>
              <a:rPr sz="1500">
                <a:solidFill>
                  <a:srgbClr val="9AA6B5"/>
                </a:solidFill>
                <a:latin typeface="Calibri"/>
              </a:rPr>
              <a:t>    matches each lead to one of three Granjur offers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AI-written pitch</a:t>
            </a:r>
            <a:r>
              <a:rPr sz="1500">
                <a:solidFill>
                  <a:srgbClr val="9AA6B5"/>
                </a:solidFill>
                <a:latin typeface="Calibri"/>
              </a:rPr>
              <a:t>    personalised, in English, Arabic or Chinese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Tools: local AI (Ollama) on our own PC + a deterministic rules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SEND &amp;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WF-4   -   Outreach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Fully automatic, or human-checked</a:t>
            </a:r>
            <a:r>
              <a:rPr sz="1500">
                <a:solidFill>
                  <a:srgbClr val="9AA6B5"/>
                </a:solidFill>
                <a:latin typeface="Calibri"/>
              </a:rPr>
              <a:t>    runs hands-off - or you approve pitches on the dashboard first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Routed to the email tool</a:t>
            </a:r>
            <a:r>
              <a:rPr sz="1500">
                <a:solidFill>
                  <a:srgbClr val="9AA6B5"/>
                </a:solidFill>
                <a:latin typeface="Calibri"/>
              </a:rPr>
              <a:t>    each message mapped to the right campaign and sending domain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Tracks the result</a:t>
            </a:r>
            <a:r>
              <a:rPr sz="1500">
                <a:solidFill>
                  <a:srgbClr val="9AA6B5"/>
                </a:solidFill>
                <a:latin typeface="Calibri"/>
              </a:rPr>
              <a:t>    replies, bookings and unsubscribes flow back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Recommended: keep the human check until real sending is trusted. In practice mode - nothing emails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THE WINDOW INTO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Funnel &amp; leads</a:t>
            </a:r>
            <a:r>
              <a:rPr sz="1500">
                <a:solidFill>
                  <a:srgbClr val="9AA6B5"/>
                </a:solidFill>
                <a:latin typeface="Calibri"/>
              </a:rPr>
              <a:t>    see every company and where it is in the process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Review queue</a:t>
            </a:r>
            <a:r>
              <a:rPr sz="1500">
                <a:solidFill>
                  <a:srgbClr val="9AA6B5"/>
                </a:solidFill>
                <a:latin typeface="Calibri"/>
              </a:rPr>
              <a:t>    approve or reject discovered companies and pitches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Analytics</a:t>
            </a:r>
            <a:r>
              <a:rPr sz="1500">
                <a:solidFill>
                  <a:srgbClr val="9AA6B5"/>
                </a:solidFill>
                <a:latin typeface="Calibri"/>
              </a:rPr>
              <a:t>    conversion and yield by source and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A simple web page on our own PC - no logins, no subscriptions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A 100% FREE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The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Python</a:t>
            </a:r>
            <a:r>
              <a:rPr sz="1500">
                <a:solidFill>
                  <a:srgbClr val="9AA6B5"/>
                </a:solidFill>
                <a:latin typeface="Calibri"/>
              </a:rPr>
              <a:t>    powers all four components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PostgreSQL database</a:t>
            </a:r>
            <a:r>
              <a:rPr sz="1500">
                <a:solidFill>
                  <a:srgbClr val="9AA6B5"/>
                </a:solidFill>
                <a:latin typeface="Calibri"/>
              </a:rPr>
              <a:t>    the single source of truth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Local AI (Ollama)</a:t>
            </a:r>
            <a:r>
              <a:rPr sz="1500">
                <a:solidFill>
                  <a:srgbClr val="9AA6B5"/>
                </a:solidFill>
                <a:latin typeface="Calibri"/>
              </a:rPr>
              <a:t>    writes the pitches, offline, no API bills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Free data sources</a:t>
            </a:r>
            <a:r>
              <a:rPr sz="1500">
                <a:solidFill>
                  <a:srgbClr val="9AA6B5"/>
                </a:solidFill>
                <a:latin typeface="Calibri"/>
              </a:rPr>
              <a:t>    OpenStreetMap, RemoteOK, Remotive, public websites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No paid subscriptions or API fees anywhere in the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PROTECTING OUR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Compliance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Unsubscribe + suppression list</a:t>
            </a:r>
            <a:r>
              <a:rPr sz="1500">
                <a:solidFill>
                  <a:srgbClr val="9AA6B5"/>
                </a:solidFill>
                <a:latin typeface="Calibri"/>
              </a:rPr>
              <a:t>    opt-outs are honoured permanently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No role-account emails</a:t>
            </a:r>
            <a:r>
              <a:rPr sz="1500">
                <a:solidFill>
                  <a:srgbClr val="9AA6B5"/>
                </a:solidFill>
                <a:latin typeface="Calibri"/>
              </a:rPr>
              <a:t>    avoids spam-trap addresses like info@ / sales@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Region rules</a:t>
            </a:r>
            <a:r>
              <a:rPr sz="1500">
                <a:solidFill>
                  <a:srgbClr val="9AA6B5"/>
                </a:solidFill>
                <a:latin typeface="Calibri"/>
              </a:rPr>
              <a:t>    stricter countries go to manual, not cold email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Human approval + practice mode</a:t>
            </a:r>
            <a:r>
              <a:rPr sz="1500">
                <a:solidFill>
                  <a:srgbClr val="9AA6B5"/>
                </a:solidFill>
                <a:latin typeface="Calibri"/>
              </a:rPr>
              <a:t>    nothing sends without a person - and nothing sends yet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58368"/>
            <a:ext cx="109728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FF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3F5F8"/>
                </a:solidFill>
                <a:latin typeface="Calibri"/>
              </a:rPr>
              <a:t>Status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Done</a:t>
            </a:r>
            <a:r>
              <a:rPr sz="1500">
                <a:solidFill>
                  <a:srgbClr val="9AA6B5"/>
                </a:solidFill>
                <a:latin typeface="Calibri"/>
              </a:rPr>
              <a:t>    all four stages run from ONE command, free, in practice mode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Next</a:t>
            </a:r>
            <a:r>
              <a:rPr sz="1500">
                <a:solidFill>
                  <a:srgbClr val="9AA6B5"/>
                </a:solidFill>
                <a:latin typeface="Calibri"/>
              </a:rPr>
              <a:t>    warm up sending domains, connect the email tool, go live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3F5F8"/>
                </a:solidFill>
                <a:latin typeface="Calibri"/>
              </a:rPr>
              <a:t>▪  Then</a:t>
            </a:r>
            <a:r>
              <a:rPr sz="1500">
                <a:solidFill>
                  <a:srgbClr val="9AA6B5"/>
                </a:solidFill>
                <a:latin typeface="Calibri"/>
              </a:rPr>
              <a:t>    feed results back in to sharpen targeting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6B5"/>
                </a:solidFill>
                <a:latin typeface="Calibri"/>
              </a:rPr>
              <a:t>From an n8n prototype to a complete, free, in-house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